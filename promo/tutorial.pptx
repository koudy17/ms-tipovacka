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33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7113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29260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2834640"/>
            <a:ext cx="514350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0" y="365760"/>
            <a:ext cx="51435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0" dirty="0">
                <a:solidFill>
                  <a:srgbClr val="000000"/>
                </a:solidFill>
              </a:rPr>
              <a:t>🔑</a:t>
            </a:r>
            <a:endParaRPr lang="en-US" sz="8500" dirty="0"/>
          </a:p>
        </p:txBody>
      </p:sp>
      <p:sp>
        <p:nvSpPr>
          <p:cNvPr id="5" name="Text 3"/>
          <p:cNvSpPr/>
          <p:nvPr/>
        </p:nvSpPr>
        <p:spPr>
          <a:xfrm>
            <a:off x="274320" y="1874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PŘIHLÁŠENÍ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3108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Jak se dostat dovnitř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3657600"/>
            <a:ext cx="46634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" y="3657600"/>
            <a:ext cx="64008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365760" y="379476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1️⃣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3444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Zadej přezdívku + heslo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42519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Heslo ti dá organizátor před startem. Bez účtu se nedostaneš.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5349240"/>
            <a:ext cx="46634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228600" y="5349240"/>
            <a:ext cx="64008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365760" y="5486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2️⃣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" y="5486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Nastav si vlastní heslo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5943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Při prvním přihlášení tě aplikace vyzve ke změně dočasného hesla.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7040880"/>
            <a:ext cx="46634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228600" y="7040880"/>
            <a:ext cx="64008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365760" y="71780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3️⃣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234440" y="7178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 jsi uvnitř!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76352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Příště se přihlásíš svou přezdívkou a svým heslem.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11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JAK TIPOVAT?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1005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Záložka 📅 Dnes — dnešní zápasy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457200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Čt 11.6. • 21:00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Mexiko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8308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1783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2057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</a:rPr>
              <a:t>: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0604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6060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54680" y="2057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374904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⚽ Tip na střelce (+3b) — vyber ze soupisky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26517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</a:rPr>
              <a:t>← Vyplň skóre pro každý tým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4160520"/>
            <a:ext cx="466344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228600" y="4160520"/>
            <a:ext cx="64008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365760" y="4206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👆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188720" y="4251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Klikni na číslo a zadej tipované skóre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" y="5669280"/>
            <a:ext cx="466344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" y="5669280"/>
            <a:ext cx="64008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365760" y="5715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188720" y="5760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Každý tým zvlášť — levý domácí, pravý hosté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" y="7178040"/>
            <a:ext cx="466344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228600" y="7178040"/>
            <a:ext cx="64008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365760" y="7223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188720" y="72694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Záložka Skupinová fáze má filtry podle skupin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11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STŘELEC &amp; ULOŽENÍ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188720"/>
            <a:ext cx="466344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64008" cy="3108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777240" cy="7772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+3b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Tip na střelce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783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Vyber hráče z dropdownu. Pokud skóruje,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dostaneš bonus +3 body navíc.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429768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B308"/>
                </a:solidFill>
              </a:rPr>
              <a:t>⚽ Lozano (Ú)  —  Mexiko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25146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0632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Hráči jsou rozdělení podle pozice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 řazení domácí / hosté.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4572000"/>
            <a:ext cx="466344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228600" y="4572000"/>
            <a:ext cx="64008" cy="2560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365760" y="4709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34440" y="4709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Uložit vše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5166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Zelené tlačítko dole uloží najednou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všechny tipy na stránce.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94360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822960" y="59436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💾  Uložit vše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658368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1C1917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457200" y="65836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🔒  Po výkopu zápas zamkne — tipy nelze měnit!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7680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Tipuj včas. Dnes v 📅 vidíš jen dnešní zápasy.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832104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822960" y="8321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MS startuje 11. června 2026 🏆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20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BODOVÁNÍ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" y="914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Za každý zápas až 13 bodů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463040"/>
            <a:ext cx="46634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777240" cy="7772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10b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572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Přesný výsledek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029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Tip 2:1 → výsledek 2:1 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980944"/>
            <a:ext cx="46634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365760" y="3182112"/>
            <a:ext cx="777240" cy="7772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365760" y="318211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6b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25880" y="30906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Správný rozdíl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547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Tip 3:1 → výsledek 2:0 (rozdíl +2)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4498848"/>
            <a:ext cx="46634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365760" y="4700016"/>
            <a:ext cx="777240" cy="777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365760" y="47000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4b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46085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Správný vítěz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50657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Tipoval jsi výhru nebo remízu správně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6016752"/>
            <a:ext cx="46634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365760" y="6217920"/>
            <a:ext cx="777240" cy="7772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365760" y="6217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2b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25880" y="6126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Počet gólů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6583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Celkový počet gólů sedí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7534656"/>
            <a:ext cx="46634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65760" y="7735824"/>
            <a:ext cx="777240" cy="7772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365760" y="7735824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+3b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325880" y="76443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Střelec gól!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81015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Tvůj tipovaný hráč skóroval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11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TABULKA &amp; VÝSLEDKY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188720"/>
            <a:ext cx="46634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64008" cy="33832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344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Živá tabulka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Záložka Tabulka — body se připíší automaticky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po zadání výsledku.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560320"/>
            <a:ext cx="4297680" cy="438912"/>
          </a:xfrm>
          <a:prstGeom prst="rect">
            <a:avLst/>
          </a:prstGeom>
          <a:solidFill>
            <a:srgbClr val="1C2A1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300" b="1" dirty="0">
                <a:solidFill>
                  <a:srgbClr val="22C55E"/>
                </a:solidFill>
              </a:rPr>
              <a:t>Martin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</a:rPr>
              <a:t>47 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035808"/>
            <a:ext cx="429768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02920" y="303580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0358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Marek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03580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</a:rPr>
              <a:t>41 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11296"/>
            <a:ext cx="429768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502920" y="351129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51129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Tomáš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51129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</a:rPr>
              <a:t>38 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09651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👆 Klikni na jméno → vidíš všechny jeho tipy a statistiky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4709160"/>
            <a:ext cx="466344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" y="4709160"/>
            <a:ext cx="64008" cy="2560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234440" y="4846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Záložka Odehrané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53218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Výsledky všech odehraných zápasů. Vidíš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svůj tip, výsledek a kolik bodů jsi dostal.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6035040"/>
            <a:ext cx="4297680" cy="6858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502920" y="60533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Mexiko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83080" y="6035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 : 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88920" y="60533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JAR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6373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tip: 2:1  ⚽ Lozano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03320" y="6080760"/>
            <a:ext cx="731520" cy="50292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/>
          <p:nvPr/>
        </p:nvSpPr>
        <p:spPr>
          <a:xfrm>
            <a:off x="3703320" y="60807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13b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7498080"/>
            <a:ext cx="5143500" cy="16459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4" name="Text 32"/>
          <p:cNvSpPr/>
          <p:nvPr/>
        </p:nvSpPr>
        <p:spPr>
          <a:xfrm>
            <a:off x="274320" y="7680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12800" y="7653528"/>
            <a:ext cx="3479800" cy="1234440"/>
          </a:xfrm>
          <a:prstGeom prst="roundRect">
            <a:avLst>
              <a:gd name="adj" fmla="val 1538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Text 34"/>
          <p:cNvSpPr/>
          <p:nvPr/>
        </p:nvSpPr>
        <p:spPr>
          <a:xfrm>
            <a:off x="817880" y="7680960"/>
            <a:ext cx="3479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s-CZ" sz="1600" b="1" dirty="0">
                <a:solidFill>
                  <a:srgbClr val="145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CHCEŠ TIPOVAT</a:t>
            </a:r>
            <a:br>
              <a:rPr lang="cs-CZ" sz="1600" b="1" dirty="0">
                <a:solidFill>
                  <a:srgbClr val="145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</a:br>
            <a:br>
              <a:rPr lang="cs-CZ" sz="1600" b="1" dirty="0">
                <a:solidFill>
                  <a:srgbClr val="145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</a:br>
            <a:r>
              <a:rPr lang="cs-CZ" sz="1600" b="1" dirty="0">
                <a:solidFill>
                  <a:srgbClr val="145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NAPIŠ MI</a:t>
            </a:r>
            <a:r>
              <a:rPr lang="en-US" sz="1600" b="1" dirty="0">
                <a:solidFill>
                  <a:srgbClr val="145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338</Words>
  <Application>Microsoft Office PowerPoint</Application>
  <PresentationFormat>Předvádění na obrazovce (16:9)</PresentationFormat>
  <Paragraphs>93</Paragraphs>
  <Slides>5</Slides>
  <Notes>5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8" baseType="lpstr">
      <vt:lpstr>Arial</vt:lpstr>
      <vt:lpstr>Arial Black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Toms Jakub</cp:lastModifiedBy>
  <cp:revision>2</cp:revision>
  <dcterms:created xsi:type="dcterms:W3CDTF">2026-06-08T08:10:38Z</dcterms:created>
  <dcterms:modified xsi:type="dcterms:W3CDTF">2026-06-08T08:13:19Z</dcterms:modified>
</cp:coreProperties>
</file>