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334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33479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32004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0" y="457200"/>
            <a:ext cx="51435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0" dirty="0">
                <a:solidFill>
                  <a:srgbClr val="000000"/>
                </a:solidFill>
              </a:rPr>
              <a:t>⚽</a:t>
            </a:r>
            <a:endParaRPr lang="en-US" sz="10000" dirty="0"/>
          </a:p>
        </p:txBody>
      </p:sp>
      <p:sp>
        <p:nvSpPr>
          <p:cNvPr id="4" name="Shape 2"/>
          <p:cNvSpPr/>
          <p:nvPr/>
        </p:nvSpPr>
        <p:spPr>
          <a:xfrm>
            <a:off x="0" y="3017520"/>
            <a:ext cx="5143500" cy="13716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274320" y="3291840"/>
            <a:ext cx="45720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 2026</a:t>
            </a:r>
            <a:endParaRPr lang="en-US" sz="48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TIPOVAČKA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274320" y="5120640"/>
            <a:ext cx="4572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Tipuj výsledky. Porovnej se s kamarády.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Vyhraj</a:t>
            </a: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dirty="0" err="1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</a:t>
            </a:r>
            <a:r>
              <a:rPr lang="cs-CZ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á</a:t>
            </a:r>
            <a:r>
              <a:rPr lang="en-US" sz="16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vu. ⚽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274320" y="64008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8" name="Text 6"/>
          <p:cNvSpPr/>
          <p:nvPr/>
        </p:nvSpPr>
        <p:spPr>
          <a:xfrm>
            <a:off x="274320" y="6400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🏆 Živá tabulka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0" y="64008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1828800" y="6400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🎯 Střelci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6400800"/>
            <a:ext cx="1371600" cy="502920"/>
          </a:xfrm>
          <a:prstGeom prst="roundRect">
            <a:avLst>
              <a:gd name="adj" fmla="val 14545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2" name="Text 10"/>
          <p:cNvSpPr/>
          <p:nvPr/>
        </p:nvSpPr>
        <p:spPr>
          <a:xfrm>
            <a:off x="3383280" y="6400800"/>
            <a:ext cx="1371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📊 Statistiky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74320" y="77724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22960" y="8321040"/>
            <a:ext cx="3474720" cy="548640"/>
          </a:xfrm>
          <a:prstGeom prst="roundRect">
            <a:avLst>
              <a:gd name="adj" fmla="val 16667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822960" y="8321040"/>
            <a:ext cx="3474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72A"/>
                </a:solidFill>
              </a:rPr>
              <a:t>PŘIDEJ SE →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JAK TO FUNGUJE?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28600" y="1280160"/>
            <a:ext cx="46634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4" name="Shape 2"/>
          <p:cNvSpPr/>
          <p:nvPr/>
        </p:nvSpPr>
        <p:spPr>
          <a:xfrm>
            <a:off x="228600" y="1280160"/>
            <a:ext cx="64008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Text 3"/>
          <p:cNvSpPr/>
          <p:nvPr/>
        </p:nvSpPr>
        <p:spPr>
          <a:xfrm>
            <a:off x="365760" y="137160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1️⃣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234440" y="137160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Zadej přezdívku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82880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Registrace </a:t>
            </a:r>
            <a:r>
              <a:rPr lang="cs-CZ" sz="1200" dirty="0">
                <a:solidFill>
                  <a:srgbClr val="94A3B8"/>
                </a:solidFill>
              </a:rPr>
              <a:t>s pinem</a:t>
            </a:r>
            <a:r>
              <a:rPr lang="en-US" sz="1200" dirty="0">
                <a:solidFill>
                  <a:srgbClr val="94A3B8"/>
                </a:solidFill>
              </a:rPr>
              <a:t>.</a:t>
            </a:r>
            <a:r>
              <a:rPr lang="cs-CZ" sz="1200" dirty="0">
                <a:solidFill>
                  <a:srgbClr val="94A3B8"/>
                </a:solidFill>
              </a:rPr>
              <a:t> Zadej přezdívku a heslo a jsi tam.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28600" y="3063240"/>
            <a:ext cx="46634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9" name="Shape 7"/>
          <p:cNvSpPr/>
          <p:nvPr/>
        </p:nvSpPr>
        <p:spPr>
          <a:xfrm>
            <a:off x="228600" y="3063240"/>
            <a:ext cx="64008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365760" y="31546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2️⃣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1234440" y="315468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Tipuj výsledky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34440" y="361188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Před každým zápasem vyplň skóre a vyber střelce.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28600" y="4846320"/>
            <a:ext cx="46634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4" name="Shape 12"/>
          <p:cNvSpPr/>
          <p:nvPr/>
        </p:nvSpPr>
        <p:spPr>
          <a:xfrm>
            <a:off x="228600" y="4846320"/>
            <a:ext cx="64008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Text 13"/>
          <p:cNvSpPr/>
          <p:nvPr/>
        </p:nvSpPr>
        <p:spPr>
          <a:xfrm>
            <a:off x="365760" y="493776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3️⃣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234440" y="493776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Sleduj tabulku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34440" y="539496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Po zápase se body připíší automaticky. Kdo vede?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28600" y="6629400"/>
            <a:ext cx="4663440" cy="155448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9" name="Shape 17"/>
          <p:cNvSpPr/>
          <p:nvPr/>
        </p:nvSpPr>
        <p:spPr>
          <a:xfrm>
            <a:off x="228600" y="6629400"/>
            <a:ext cx="64008" cy="155448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Text 18"/>
          <p:cNvSpPr/>
          <p:nvPr/>
        </p:nvSpPr>
        <p:spPr>
          <a:xfrm>
            <a:off x="365760" y="672084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4️⃣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1234440" y="6720840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Statistiky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234440" y="7178040"/>
            <a:ext cx="3474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Klikni na kamaráda a vidíš všechny jeho tipy.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36576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BODOVÁNÍ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274320" y="10058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4A3B8"/>
                </a:solidFill>
              </a:rPr>
              <a:t>Za každý zápas můžeš získat až 13 bodů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228600" y="1645920"/>
            <a:ext cx="46634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5" name="Shape 3"/>
          <p:cNvSpPr/>
          <p:nvPr/>
        </p:nvSpPr>
        <p:spPr>
          <a:xfrm>
            <a:off x="365760" y="1874520"/>
            <a:ext cx="777240" cy="777240"/>
          </a:xfrm>
          <a:prstGeom prst="ellipse">
            <a:avLst/>
          </a:prstGeom>
          <a:solidFill>
            <a:srgbClr val="EAB308"/>
          </a:solidFill>
          <a:ln w="12700">
            <a:solidFill>
              <a:srgbClr val="EAB30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6" name="Text 4"/>
          <p:cNvSpPr/>
          <p:nvPr/>
        </p:nvSpPr>
        <p:spPr>
          <a:xfrm>
            <a:off x="365760" y="187452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10b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325880" y="17830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Přesný výsledek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25880" y="22402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Např. tip 2:1 → výsledek 2:1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" y="3063240"/>
            <a:ext cx="46634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Shape 8"/>
          <p:cNvSpPr/>
          <p:nvPr/>
        </p:nvSpPr>
        <p:spPr>
          <a:xfrm>
            <a:off x="365760" y="3291840"/>
            <a:ext cx="777240" cy="77724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1" name="Text 9"/>
          <p:cNvSpPr/>
          <p:nvPr/>
        </p:nvSpPr>
        <p:spPr>
          <a:xfrm>
            <a:off x="365760" y="329184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6b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325880" y="32004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Správný rozdíl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25880" y="36576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Tip 3:1 → výsledek 2:0 (rozdíl +2)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228600" y="4480560"/>
            <a:ext cx="46634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5" name="Shape 13"/>
          <p:cNvSpPr/>
          <p:nvPr/>
        </p:nvSpPr>
        <p:spPr>
          <a:xfrm>
            <a:off x="365760" y="4709160"/>
            <a:ext cx="777240" cy="77724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6" name="Text 14"/>
          <p:cNvSpPr/>
          <p:nvPr/>
        </p:nvSpPr>
        <p:spPr>
          <a:xfrm>
            <a:off x="365760" y="470916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4b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4617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Správný vítěz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50749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Tipoval jsi výhru nebo remízu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28600" y="5897880"/>
            <a:ext cx="46634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0" name="Shape 18"/>
          <p:cNvSpPr/>
          <p:nvPr/>
        </p:nvSpPr>
        <p:spPr>
          <a:xfrm>
            <a:off x="365760" y="6126480"/>
            <a:ext cx="777240" cy="777240"/>
          </a:xfrm>
          <a:prstGeom prst="ellipse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1" name="Text 19"/>
          <p:cNvSpPr/>
          <p:nvPr/>
        </p:nvSpPr>
        <p:spPr>
          <a:xfrm>
            <a:off x="365760" y="612648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2b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325880" y="60350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Počet gólů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25880" y="64922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Celkový počet gólů sedí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28600" y="7315200"/>
            <a:ext cx="4663440" cy="12344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5" name="Shape 23"/>
          <p:cNvSpPr/>
          <p:nvPr/>
        </p:nvSpPr>
        <p:spPr>
          <a:xfrm>
            <a:off x="365760" y="7543800"/>
            <a:ext cx="777240" cy="77724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26" name="Text 24"/>
          <p:cNvSpPr/>
          <p:nvPr/>
        </p:nvSpPr>
        <p:spPr>
          <a:xfrm>
            <a:off x="365760" y="7543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F172A"/>
                </a:solidFill>
              </a:rPr>
              <a:t>+3b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5880" y="74523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</a:rPr>
              <a:t>Střelec gól!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25880" y="7909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</a:rPr>
              <a:t>Tvůj tipovaný střelec skóroval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143500" cy="4572000"/>
          </a:xfrm>
          <a:prstGeom prst="rect">
            <a:avLst/>
          </a:prstGeom>
          <a:solidFill>
            <a:srgbClr val="052E16"/>
          </a:solidFill>
          <a:ln w="12700">
            <a:solidFill>
              <a:srgbClr val="052E16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3" name="Text 1"/>
          <p:cNvSpPr/>
          <p:nvPr/>
        </p:nvSpPr>
        <p:spPr>
          <a:xfrm>
            <a:off x="0" y="548640"/>
            <a:ext cx="51435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0" dirty="0">
                <a:solidFill>
                  <a:srgbClr val="000000"/>
                </a:solidFill>
              </a:rPr>
              <a:t>⚽</a:t>
            </a:r>
            <a:endParaRPr lang="en-US" sz="9000" dirty="0"/>
          </a:p>
        </p:txBody>
      </p:sp>
      <p:sp>
        <p:nvSpPr>
          <p:cNvPr id="4" name="Text 2"/>
          <p:cNvSpPr/>
          <p:nvPr/>
        </p:nvSpPr>
        <p:spPr>
          <a:xfrm>
            <a:off x="274320" y="237744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MS 2026</a:t>
            </a:r>
            <a:endParaRPr lang="en-US" sz="320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Začíná 11. června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274320" y="38404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2C55E"/>
                </a:solidFill>
              </a:rPr>
              <a:t>Máš čas zatipovat!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4572000"/>
            <a:ext cx="514350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7" name="Text 5"/>
          <p:cNvSpPr/>
          <p:nvPr/>
        </p:nvSpPr>
        <p:spPr>
          <a:xfrm>
            <a:off x="274320" y="502920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cs-CZ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Napiš mi a já tě přidám 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74320" y="658368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 err="1">
                <a:solidFill>
                  <a:srgbClr val="94A3B8"/>
                </a:solidFill>
              </a:rPr>
              <a:t>Zaregistruj</a:t>
            </a:r>
            <a:r>
              <a:rPr lang="en-US" sz="1600" dirty="0">
                <a:solidFill>
                  <a:srgbClr val="94A3B8"/>
                </a:solidFill>
              </a:rPr>
              <a:t> se</a:t>
            </a:r>
            <a:r>
              <a:rPr lang="cs-CZ" sz="1600" dirty="0">
                <a:solidFill>
                  <a:srgbClr val="94A3B8"/>
                </a:solidFill>
              </a:rPr>
              <a:t>, vklad bude 200</a:t>
            </a:r>
            <a:r>
              <a:rPr lang="en-US" sz="1600" dirty="0">
                <a:solidFill>
                  <a:srgbClr val="94A3B8"/>
                </a:solidFill>
              </a:rPr>
              <a:t> 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dirty="0">
                <a:solidFill>
                  <a:srgbClr val="94A3B8"/>
                </a:solidFill>
              </a:rPr>
              <a:t>a </a:t>
            </a:r>
            <a:r>
              <a:rPr lang="en-US" sz="1600" dirty="0" err="1">
                <a:solidFill>
                  <a:srgbClr val="94A3B8"/>
                </a:solidFill>
              </a:rPr>
              <a:t>tipuj</a:t>
            </a:r>
            <a:r>
              <a:rPr lang="en-US" sz="1600" dirty="0">
                <a:solidFill>
                  <a:srgbClr val="94A3B8"/>
                </a:solidFill>
              </a:rPr>
              <a:t> s </a:t>
            </a:r>
            <a:r>
              <a:rPr lang="en-US" sz="1600" dirty="0" err="1">
                <a:solidFill>
                  <a:srgbClr val="94A3B8"/>
                </a:solidFill>
              </a:rPr>
              <a:t>námi</a:t>
            </a:r>
            <a:r>
              <a:rPr lang="en-US" sz="1600" dirty="0">
                <a:solidFill>
                  <a:srgbClr val="94A3B8"/>
                </a:solidFill>
              </a:rPr>
              <a:t>!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7680960"/>
            <a:ext cx="4023360" cy="731520"/>
          </a:xfrm>
          <a:prstGeom prst="roundRect">
            <a:avLst>
              <a:gd name="adj" fmla="val 15000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cs-CZ"/>
          </a:p>
        </p:txBody>
      </p:sp>
      <p:sp>
        <p:nvSpPr>
          <p:cNvPr id="10" name="Text 8"/>
          <p:cNvSpPr/>
          <p:nvPr/>
        </p:nvSpPr>
        <p:spPr>
          <a:xfrm>
            <a:off x="548640" y="768096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52E1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TIPOVAT TEĎ →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174</Words>
  <Application>Microsoft Office PowerPoint</Application>
  <PresentationFormat>Předvádění na obrazovce (16:9)</PresentationFormat>
  <Paragraphs>51</Paragraphs>
  <Slides>4</Slides>
  <Notes>4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4</vt:i4>
      </vt:variant>
    </vt:vector>
  </HeadingPairs>
  <TitlesOfParts>
    <vt:vector size="7" baseType="lpstr">
      <vt:lpstr>Arial</vt:lpstr>
      <vt:lpstr>Arial Black</vt:lpstr>
      <vt:lpstr>Office Theme</vt:lpstr>
      <vt:lpstr>Prezentace aplikace PowerPoint</vt:lpstr>
      <vt:lpstr>Prezentace aplikace PowerPoint</vt:lpstr>
      <vt:lpstr>Prezentace aplikace PowerPoint</vt:lpstr>
      <vt:lpstr>Prezentace aplikace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Toms Jakub</cp:lastModifiedBy>
  <cp:revision>3</cp:revision>
  <dcterms:created xsi:type="dcterms:W3CDTF">2026-06-04T13:35:24Z</dcterms:created>
  <dcterms:modified xsi:type="dcterms:W3CDTF">2026-06-04T13:43:45Z</dcterms:modified>
</cp:coreProperties>
</file>