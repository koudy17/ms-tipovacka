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6427788"/>
  <p:notesSz cx="6427788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27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77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23774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0" y="274320"/>
            <a:ext cx="51435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⚽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0" y="2286000"/>
            <a:ext cx="51435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 2026</a:t>
            </a:r>
            <a:endParaRPr lang="en-US" sz="4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TIPOVAČKA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4023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</a:rPr>
              <a:t>Tipuj výsledky. Porovnej se s kamarády.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</a:rPr>
              <a:t>Vyhraj slávu. 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98348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274320" y="49834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Živá tabulka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498348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828800" y="49834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Střelci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498348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383280" y="49834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Statistiky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707743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822960" y="5755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s-CZ" sz="16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NAPIŠ MI A PŘIDEJ SE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Vlastní</PresentationFormat>
  <Paragraphs>10</Paragraphs>
  <Slides>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4" baseType="lpstr">
      <vt:lpstr>Arial</vt:lpstr>
      <vt:lpstr>Arial Black</vt:lpstr>
      <vt:lpstr>Office Theme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Toms Jakub</cp:lastModifiedBy>
  <cp:revision>2</cp:revision>
  <dcterms:created xsi:type="dcterms:W3CDTF">2026-06-08T10:49:07Z</dcterms:created>
  <dcterms:modified xsi:type="dcterms:W3CDTF">2026-06-08T10:54:34Z</dcterms:modified>
</cp:coreProperties>
</file>