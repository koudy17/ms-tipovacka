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5143500" cy="6427788"/>
  <p:notesSz cx="6427788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27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114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19202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1828800"/>
            <a:ext cx="514350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0" y="137160"/>
            <a:ext cx="51435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🔑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PŘIHLÁŠENÍ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8600" y="2057400"/>
            <a:ext cx="466344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228600" y="2057400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347472" y="213055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1️⃣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Zadej přezdívku + heslo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496312"/>
            <a:ext cx="3566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cs-CZ" sz="1100" dirty="0">
                <a:solidFill>
                  <a:srgbClr val="94A3B8"/>
                </a:solidFill>
              </a:rPr>
              <a:t>Napiš mi přezdívku a já ti pošlu heslo</a:t>
            </a:r>
            <a:br>
              <a:rPr lang="cs-CZ" sz="1100" dirty="0">
                <a:solidFill>
                  <a:srgbClr val="94A3B8"/>
                </a:solidFill>
              </a:rPr>
            </a:br>
            <a:r>
              <a:rPr lang="en-US" sz="1100" dirty="0">
                <a:solidFill>
                  <a:srgbClr val="94A3B8"/>
                </a:solidFill>
              </a:rPr>
              <a:t>Bez účtu se nedostaneš dovnitř.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264408"/>
            <a:ext cx="466344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228600" y="3264408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47472" y="33375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2️⃣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355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Nastav si vlastní heslo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703320"/>
            <a:ext cx="3566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Při prvním přihlášení tě aplikace vyzve ke změně.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4471416"/>
            <a:ext cx="466344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228600" y="4471416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347472" y="454456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3️⃣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45628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jsi uvnitř!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910328"/>
            <a:ext cx="3566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Příště: přezdívka + tvoje heslo.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715000"/>
            <a:ext cx="5143500" cy="71323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274320" y="5733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TIPOVAT?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8046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📅 Dnes — dnešní zápasy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5720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Čt 11.6.  •  21:00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Mexiko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64208" y="1719072"/>
            <a:ext cx="420624" cy="41148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664208" y="171907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21408" y="1719072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</a:rPr>
              <a:t>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14016" y="1719072"/>
            <a:ext cx="420624" cy="41148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2414016" y="171907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07792" y="17190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221992"/>
            <a:ext cx="3794760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502920" y="2221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⚽ Tip na střelce (+3b) — vyber ze soupisky 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670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← skóre pro každý tým zvlášť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337560"/>
            <a:ext cx="46634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228600" y="3337560"/>
            <a:ext cx="64008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347472" y="341071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👆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Klikni na číslo, zadej skóre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776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Každý tým zvlášť. Levý = domácí, pravý = hosté.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389120"/>
            <a:ext cx="46634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" y="4389120"/>
            <a:ext cx="64008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347472" y="446227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Skupinová fáze má filtry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828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Přepínej skupiny A–L nebo zobraz všechny.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715000"/>
            <a:ext cx="5143500" cy="71323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27" name="Text 25"/>
          <p:cNvSpPr/>
          <p:nvPr/>
        </p:nvSpPr>
        <p:spPr>
          <a:xfrm>
            <a:off x="274320" y="5733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STŘELEC &amp; ULOŽENÍ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1234440"/>
            <a:ext cx="466344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64008" cy="1874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685800" cy="6858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+3b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Tip na střelce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Vyber hráče z dropdownu. Pokud skóruje = +3b bonus.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4297680" cy="384048"/>
          </a:xfrm>
          <a:prstGeom prst="roundRect">
            <a:avLst>
              <a:gd name="adj" fmla="val 1190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B308"/>
                </a:solidFill>
              </a:rPr>
              <a:t>⚽ Lozano (Ú)  —  Mexiko  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246120"/>
            <a:ext cx="46634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228600" y="3246120"/>
            <a:ext cx="64008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47472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Zelené tlačítko dole = Uložit vše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Uloží najednou všechny tipy na stránce.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4160520"/>
            <a:ext cx="3108960" cy="384048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1005840" y="41605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💾  Uložit vše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1C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🔒  Po výkopu nelze tipy měnit!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5715000"/>
            <a:ext cx="5143500" cy="71323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274320" y="5733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s-CZ" sz="1100" b="1" dirty="0">
                <a:solidFill>
                  <a:srgbClr val="FFFFFF"/>
                </a:solidFill>
              </a:rPr>
              <a:t>TIPOVAČKA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BODOVÁNÍ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7589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Za každý zápas až 13 bodů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216152"/>
            <a:ext cx="4663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47472" y="1307592"/>
            <a:ext cx="658368" cy="65836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47472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10b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307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Přesný výsledek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73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Tip 2:1 → výsledek 2:1 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4663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347472" y="2286000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47472" y="22860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6b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Správný rozdíl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Tip 3:1 → výsledek 2:0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172968"/>
            <a:ext cx="4663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47472" y="3264408"/>
            <a:ext cx="658368" cy="6583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47472" y="32644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4b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Správný vítěz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630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Výhra nebo remíza správně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151376"/>
            <a:ext cx="4663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347472" y="4242816"/>
            <a:ext cx="658368" cy="6583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347472" y="4242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2b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242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Počet gólů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608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Celkový počet gólů sedí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5129784"/>
            <a:ext cx="466344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47472" y="5221224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347472" y="52212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+3b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5221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Střelec gól!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5586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Tvůj tipovaný hráč skóroval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016752"/>
            <a:ext cx="5143500" cy="4114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0" name="Text 28"/>
          <p:cNvSpPr/>
          <p:nvPr/>
        </p:nvSpPr>
        <p:spPr>
          <a:xfrm>
            <a:off x="274320" y="5733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s-CZ" sz="1100" b="1" dirty="0">
                <a:solidFill>
                  <a:srgbClr val="FFFFFF"/>
                </a:solidFill>
              </a:rPr>
              <a:t>TIPOVAČKA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TABULKA &amp; VÝSLEDKY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1234440"/>
            <a:ext cx="4686300" cy="20756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64008" cy="20116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347472" y="1325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Živá tabulka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Body se připíší automaticky po zadání výsledku.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121408"/>
            <a:ext cx="4297680" cy="365760"/>
          </a:xfrm>
          <a:prstGeom prst="rect">
            <a:avLst/>
          </a:prstGeom>
          <a:solidFill>
            <a:srgbClr val="1C2A1C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200" b="1" dirty="0" err="1">
                <a:solidFill>
                  <a:srgbClr val="22C55E"/>
                </a:solidFill>
              </a:rPr>
              <a:t>MistrV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214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47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14600"/>
            <a:ext cx="42976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475488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200" dirty="0">
                <a:solidFill>
                  <a:srgbClr val="FFFFFF"/>
                </a:solidFill>
              </a:rPr>
              <a:t>Borec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41 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907792"/>
            <a:ext cx="42976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475488" y="2907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07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200" dirty="0">
                <a:solidFill>
                  <a:srgbClr val="FFFFFF"/>
                </a:solidFill>
              </a:rPr>
              <a:t>Vláďa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9077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</a:rPr>
              <a:t>38 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31927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👆 Klikni na hráče → vidíš jeho tipy a statistiky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767328"/>
            <a:ext cx="46634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Shape 20"/>
          <p:cNvSpPr/>
          <p:nvPr/>
        </p:nvSpPr>
        <p:spPr>
          <a:xfrm>
            <a:off x="228600" y="3767328"/>
            <a:ext cx="64008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347472" y="3858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8872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Záložka Odehrané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2428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Výsledky + tvůj tip + body za každý zápas.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663440"/>
            <a:ext cx="429768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457200" y="4681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Mexiko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45920" y="46817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 : 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681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4663440"/>
            <a:ext cx="685800" cy="47548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3749040" y="4663440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13b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965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tip: 2:1  ⚽ Lozano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5715000"/>
            <a:ext cx="5143500" cy="71323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4" name="Text 32"/>
          <p:cNvSpPr/>
          <p:nvPr/>
        </p:nvSpPr>
        <p:spPr>
          <a:xfrm>
            <a:off x="274320" y="5733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cs-CZ" sz="1100" b="1" dirty="0">
                <a:solidFill>
                  <a:srgbClr val="FFFFFF"/>
                </a:solidFill>
              </a:rPr>
              <a:t>TIPOVAČKA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287</Words>
  <Application>Microsoft Office PowerPoint</Application>
  <PresentationFormat>Vlastní</PresentationFormat>
  <Paragraphs>84</Paragraphs>
  <Slides>5</Slides>
  <Notes>5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8" baseType="lpstr">
      <vt:lpstr>Arial</vt:lpstr>
      <vt:lpstr>Arial Black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Toms Jakub</cp:lastModifiedBy>
  <cp:revision>2</cp:revision>
  <dcterms:created xsi:type="dcterms:W3CDTF">2026-06-08T10:47:16Z</dcterms:created>
  <dcterms:modified xsi:type="dcterms:W3CDTF">2026-06-08T10:54:37Z</dcterms:modified>
</cp:coreProperties>
</file>